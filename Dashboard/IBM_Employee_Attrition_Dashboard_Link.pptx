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283A2-CA6E-4442-8F6A-E5ED1226C3F8}" v="13" dt="2026-09-01T12:23:31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Lingam" userId="3cf3bcc914d98ca8" providerId="LiveId" clId="{BD8B36C3-23AF-4049-9724-2B14A7489CB2}"/>
    <pc:docChg chg="addSld modSld">
      <pc:chgData name="Shubham Lingam" userId="3cf3bcc914d98ca8" providerId="LiveId" clId="{BD8B36C3-23AF-4049-9724-2B14A7489CB2}" dt="2026-09-01T12:23:31.461" v="95"/>
      <pc:docMkLst>
        <pc:docMk/>
      </pc:docMkLst>
      <pc:sldChg chg="modSp new mod modTransition">
        <pc:chgData name="Shubham Lingam" userId="3cf3bcc914d98ca8" providerId="LiveId" clId="{BD8B36C3-23AF-4049-9724-2B14A7489CB2}" dt="2026-09-01T12:23:31.461" v="95"/>
        <pc:sldMkLst>
          <pc:docMk/>
          <pc:sldMk cId="3419371334" sldId="256"/>
        </pc:sldMkLst>
        <pc:spChg chg="mod">
          <ac:chgData name="Shubham Lingam" userId="3cf3bcc914d98ca8" providerId="LiveId" clId="{BD8B36C3-23AF-4049-9724-2B14A7489CB2}" dt="2026-09-01T12:22:27.471" v="85"/>
          <ac:spMkLst>
            <pc:docMk/>
            <pc:sldMk cId="3419371334" sldId="256"/>
            <ac:spMk id="2" creationId="{2A57EDEA-38BD-66F0-4192-2BE4E85AAC25}"/>
          </ac:spMkLst>
        </pc:spChg>
        <pc:spChg chg="mod">
          <ac:chgData name="Shubham Lingam" userId="3cf3bcc914d98ca8" providerId="LiveId" clId="{BD8B36C3-23AF-4049-9724-2B14A7489CB2}" dt="2026-09-01T12:22:27.471" v="85"/>
          <ac:spMkLst>
            <pc:docMk/>
            <pc:sldMk cId="3419371334" sldId="256"/>
            <ac:spMk id="3" creationId="{5C8F3430-49B9-212B-A110-33ABC845C3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632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8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35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5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9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54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8930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33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611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12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529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43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0710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616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17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15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516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2555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041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2215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835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1358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7414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8257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51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166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8711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6292-D27A-AE3A-C024-5B6BF9C6F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440CF-2DCC-FBCA-871F-40BE2DD33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C46D9-0413-F11A-E9AB-72E9BC0E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15F7-C622-2CE6-C356-D26E6582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07F7-5C94-CF88-4E9E-266801E0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2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CD8A47F-EBDC-4470-B375-E936F099025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ABB62C16-D2BB-437E-B2BC-26D4D6590E30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88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tudio.google.com/s/qZLtZ6ooN-Q" TargetMode="Externa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EDEA-38BD-66F0-4192-2BE4E85AA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EMPLOYEE ATTRITION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F3430-49B9-212B-A110-33ABC845C3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LINK :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https://datastudio.google.com/s/qZLtZ6ooN-Q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GOOGLE DATA STUDIO</a:t>
            </a:r>
          </a:p>
        </p:txBody>
      </p:sp>
    </p:spTree>
    <p:extLst>
      <p:ext uri="{BB962C8B-B14F-4D97-AF65-F5344CB8AC3E}">
        <p14:creationId xmlns:p14="http://schemas.microsoft.com/office/powerpoint/2010/main" val="34193713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</TotalTime>
  <Words>22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Nova Light</vt:lpstr>
      <vt:lpstr>Times New Roman</vt:lpstr>
      <vt:lpstr>Dark Gradient</vt:lpstr>
      <vt:lpstr>IBM EMPLOYEE ATTRITION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Lingam</dc:creator>
  <cp:lastModifiedBy>Shubham Lingam</cp:lastModifiedBy>
  <cp:revision>1</cp:revision>
  <dcterms:created xsi:type="dcterms:W3CDTF">2026-09-01T12:18:45Z</dcterms:created>
  <dcterms:modified xsi:type="dcterms:W3CDTF">2026-09-01T12:23:42Z</dcterms:modified>
</cp:coreProperties>
</file>